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2"/>
  </p:notesMasterIdLst>
  <p:sldIdLst>
    <p:sldId id="268" r:id="rId2"/>
    <p:sldId id="262" r:id="rId3"/>
    <p:sldId id="269" r:id="rId4"/>
    <p:sldId id="257" r:id="rId5"/>
    <p:sldId id="270" r:id="rId6"/>
    <p:sldId id="272" r:id="rId7"/>
    <p:sldId id="271" r:id="rId8"/>
    <p:sldId id="261" r:id="rId9"/>
    <p:sldId id="260" r:id="rId10"/>
    <p:sldId id="259" r:id="rId11"/>
  </p:sldIdLst>
  <p:sldSz cx="12192000" cy="6858000"/>
  <p:notesSz cx="6858000" cy="9144000"/>
  <p:defaultTextStyle>
    <a:defPPr>
      <a:defRPr lang="LID4096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754F"/>
    <a:srgbClr val="6E6C4F"/>
    <a:srgbClr val="FFFBEF"/>
    <a:srgbClr val="FFF5EB"/>
    <a:srgbClr val="F9F3E6"/>
    <a:srgbClr val="F3EBDE"/>
    <a:srgbClr val="FEFBEE"/>
    <a:srgbClr val="F9F1E7"/>
    <a:srgbClr val="FBEEE5"/>
    <a:srgbClr val="FCF4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02:44:45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1CD5115E-ED79-48B5-A317-A70B1ADC172A}" type="datetimeFigureOut">
              <a:rPr lang="LID4096" smtClean="0"/>
              <a:t>05/29/2026</a:t>
            </a:fld>
            <a:endParaRPr lang="LID4096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LID4096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B9D34D11-305D-40F1-95CA-ED112E2EB60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02961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D34D11-305D-40F1-95CA-ED112E2EB60D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47698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DF59062-1B00-0344-6A49-8AFAF45F1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EA368DAC-B829-F608-3AD9-95D15A997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LID4096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51BA8AB-2F96-9C47-0B9A-4FC441A35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D016-65B0-4ACF-836B-416DFC010845}" type="datetimeFigureOut">
              <a:rPr lang="LID4096" smtClean="0"/>
              <a:t>05/29/2026</a:t>
            </a:fld>
            <a:endParaRPr lang="LID4096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933158A-96B6-E290-04CD-98B2A3884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988B4A6-A581-6057-C8CE-0F61597B7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4B18-2500-4351-A343-29DBF03048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632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BA19AF2-1CA3-C119-549F-9D56B6A55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93704B5-D0FF-4047-05D8-0A159C405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46805BF-970D-8782-8902-EAA783593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D016-65B0-4ACF-836B-416DFC010845}" type="datetimeFigureOut">
              <a:rPr lang="LID4096" smtClean="0"/>
              <a:t>05/29/2026</a:t>
            </a:fld>
            <a:endParaRPr lang="LID4096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62159B2-EA34-C15D-1173-78CCA67C3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4EE189F-2C2A-8558-1CDA-5A657D379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4B18-2500-4351-A343-29DBF03048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1214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87277C6-54FD-09F8-6D25-DA11F9347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3D86B17-80E8-1EE4-C1CE-08222D6DA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73BEE07-2721-EC7A-7D17-5D599254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D016-65B0-4ACF-836B-416DFC010845}" type="datetimeFigureOut">
              <a:rPr lang="LID4096" smtClean="0"/>
              <a:t>05/29/2026</a:t>
            </a:fld>
            <a:endParaRPr lang="LID4096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8D29924-7BC2-52A0-BD5F-BCDD3580A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2D3EB7E-A0E3-01ED-30A1-4CFB29143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4B18-2500-4351-A343-29DBF03048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23590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C5E7231-DF0C-0646-C62F-95B674FE8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CB285AD-FC74-5554-F96A-471A2E0518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812B7A9-E438-31E9-5E02-3094A6D71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4FEB9D1-9BC1-0F62-0C54-1D88B5B5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D016-65B0-4ACF-836B-416DFC010845}" type="datetimeFigureOut">
              <a:rPr lang="LID4096" smtClean="0"/>
              <a:t>05/29/2026</a:t>
            </a:fld>
            <a:endParaRPr lang="LID4096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6BEBF2E-E86B-0B00-840F-91336249F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74241BB-DDFC-A2F9-71C8-A75B52AF6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4B18-2500-4351-A343-29DBF03048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07767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7C2E15D-AC44-C9B8-0FB9-97C5363C7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5AE704C-E5C2-E271-EC61-4DF54B228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A808694-DC10-57C2-8175-89673D76F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EE489EBE-FFAB-C3F9-7C10-AF7D96FBC6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7DFD0C78-6555-EAD3-8AB4-52C664BE1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7FDCA2A0-C66F-3CB1-8760-34EE698C7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D016-65B0-4ACF-836B-416DFC010845}" type="datetimeFigureOut">
              <a:rPr lang="LID4096" smtClean="0"/>
              <a:t>05/29/2026</a:t>
            </a:fld>
            <a:endParaRPr lang="LID4096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AD9A64A8-3057-D103-388F-15CAAE1C8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765414C2-BEBD-AE1B-849F-5192ECB48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4B18-2500-4351-A343-29DBF03048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26802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6BFD91B-D195-4CAA-16B3-382EC947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E4BBCEB8-70A8-F704-8EFD-4C6771013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D016-65B0-4ACF-836B-416DFC010845}" type="datetimeFigureOut">
              <a:rPr lang="LID4096" smtClean="0"/>
              <a:t>05/29/2026</a:t>
            </a:fld>
            <a:endParaRPr lang="LID4096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AAE8E093-69A4-82AB-2338-E04273324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39E7136-90B5-9744-B380-5B9EBD711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4B18-2500-4351-A343-29DBF03048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07892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59252039-13D1-D0F8-24FD-CC8610B45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D016-65B0-4ACF-836B-416DFC010845}" type="datetimeFigureOut">
              <a:rPr lang="LID4096" smtClean="0"/>
              <a:t>05/29/2026</a:t>
            </a:fld>
            <a:endParaRPr lang="LID4096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807DFC5-066E-2190-61A7-0BF9FCCBF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0E3C203-914E-BFC4-F155-8BA4D56C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4B18-2500-4351-A343-29DBF03048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2673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8977A2D-4277-7644-6165-9B93C8964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0941DAE-99E3-6617-69AA-0F76A9136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6A56DE3-A560-78E4-11F5-027D298B5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2B38F8D-271C-FBBA-1009-70BB54EC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D016-65B0-4ACF-836B-416DFC010845}" type="datetimeFigureOut">
              <a:rPr lang="LID4096" smtClean="0"/>
              <a:t>05/29/2026</a:t>
            </a:fld>
            <a:endParaRPr lang="LID4096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5524500-8FE9-D2A0-E377-3D2BDFDC1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DAA2970-2F44-E9CF-B30E-7430E367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4B18-2500-4351-A343-29DBF03048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2423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1035E67-AFD7-10B1-4851-97A51E7A3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0876A3F4-07F2-5E9A-E3B5-73D711D68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DF0D743A-4737-3E42-983F-749AFD3B4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D53C70A-94EE-C816-DAD9-007A34F4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D016-65B0-4ACF-836B-416DFC010845}" type="datetimeFigureOut">
              <a:rPr lang="LID4096" smtClean="0"/>
              <a:t>05/29/2026</a:t>
            </a:fld>
            <a:endParaRPr lang="LID4096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3D6ED55-D396-5259-BE9E-7F8979ECB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DCB60D5-D90B-4ECF-58F1-05998FB0C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4B18-2500-4351-A343-29DBF03048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27977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B4BCF85-9745-A2BF-FBE3-285E6C394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D03280F-D414-8EC3-F922-09A86815C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4283ACD-75DA-3353-2084-52CB5BFB4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D016-65B0-4ACF-836B-416DFC010845}" type="datetimeFigureOut">
              <a:rPr lang="LID4096" smtClean="0"/>
              <a:t>05/29/2026</a:t>
            </a:fld>
            <a:endParaRPr lang="LID4096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696F941-2E3A-E57A-8204-6B1D352F6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827AA9E-7DB7-88AB-1F17-7929342A4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4B18-2500-4351-A343-29DBF03048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95373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CDE7A7FE-B633-C82E-C56D-A0078416C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8F86251-688A-5D17-0F0C-805F84F46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5F1C5C7-3338-D672-BD99-20D63F46C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6D016-65B0-4ACF-836B-416DFC010845}" type="datetimeFigureOut">
              <a:rPr lang="LID4096" smtClean="0"/>
              <a:t>05/29/2026</a:t>
            </a:fld>
            <a:endParaRPr lang="LID4096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2BD28FB-DC75-6299-40DB-31E342AC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071DDE9-F944-4DA0-FB6E-62ABAF7B8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94B18-2500-4351-A343-29DBF03048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862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94158366-37DB-753E-F3B6-89065DE2F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B9476D8-CD4D-7C07-4012-7550B8F2C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851FC8C-7759-D6EF-85CD-4F8BC2139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6D016-65B0-4ACF-836B-416DFC010845}" type="datetimeFigureOut">
              <a:rPr lang="LID4096" smtClean="0"/>
              <a:t>05/29/2026</a:t>
            </a:fld>
            <a:endParaRPr lang="LID4096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F0162D3-CA0D-99CA-66D2-05DF55790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AE471A3-F330-48B5-6598-6EB337288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94B18-2500-4351-A343-29DBF030484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617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6.jp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10" Type="http://schemas.openxmlformats.org/officeDocument/2006/relationships/image" Target="../media/image25.png"/><Relationship Id="rId4" Type="http://schemas.openxmlformats.org/officeDocument/2006/relationships/image" Target="../media/image19.jpeg"/><Relationship Id="rId9" Type="http://schemas.openxmlformats.org/officeDocument/2006/relationships/image" Target="../media/image2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BE6464C0-2F49-EA50-A36C-B94F85F97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9253B1B6-3D0E-CDAD-67B7-7EAF0ADD0192}"/>
              </a:ext>
            </a:extLst>
          </p:cNvPr>
          <p:cNvSpPr txBox="1"/>
          <p:nvPr/>
        </p:nvSpPr>
        <p:spPr>
          <a:xfrm>
            <a:off x="4297679" y="5383221"/>
            <a:ext cx="42035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6E6C4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IT. BEFORE IT FINDS YOU</a:t>
            </a:r>
            <a:endParaRPr lang="LID4096" sz="2000" b="1" dirty="0">
              <a:solidFill>
                <a:srgbClr val="6E6C4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1477BCD4-943E-DFAF-B7FC-DF7B72D16A62}"/>
              </a:ext>
            </a:extLst>
          </p:cNvPr>
          <p:cNvSpPr txBox="1"/>
          <p:nvPr/>
        </p:nvSpPr>
        <p:spPr>
          <a:xfrm>
            <a:off x="-1259840" y="5866695"/>
            <a:ext cx="128831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4000" dirty="0">
                <a:solidFill>
                  <a:srgbClr val="6E6C4F"/>
                </a:solidFill>
                <a:latin typeface="Aharoni" panose="02010803020104030203" pitchFamily="2" charset="-79"/>
              </a:rPr>
              <a:t>גילוי מטענים אוטונומי מרחוק בסביבה רוויית הפרעות</a:t>
            </a:r>
            <a:endParaRPr lang="LID4096" sz="4000" dirty="0">
              <a:solidFill>
                <a:srgbClr val="6E6C4F"/>
              </a:solidFill>
              <a:latin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20884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DDB25-8C40-DADF-580F-BAB2F0F36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FD6FED5C-BDBA-DACC-68B6-C97121135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414" y="0"/>
            <a:ext cx="12266414" cy="6857999"/>
          </a:xfrm>
          <a:prstGeom prst="rect">
            <a:avLst/>
          </a:prstGeom>
        </p:spPr>
      </p:pic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606F2340-BCDA-9D38-2173-D3CA24082F77}"/>
              </a:ext>
            </a:extLst>
          </p:cNvPr>
          <p:cNvSpPr txBox="1"/>
          <p:nvPr/>
        </p:nvSpPr>
        <p:spPr>
          <a:xfrm>
            <a:off x="5744718" y="281678"/>
            <a:ext cx="61859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6000" dirty="0">
                <a:solidFill>
                  <a:srgbClr val="6E6C4F"/>
                </a:solidFill>
                <a:latin typeface="Aharoni" panose="02010803020104030203" pitchFamily="2" charset="-79"/>
              </a:rPr>
              <a:t>הבעיה</a:t>
            </a:r>
            <a:endParaRPr lang="LID4096" sz="6000" dirty="0">
              <a:solidFill>
                <a:srgbClr val="6E6C4F"/>
              </a:solidFill>
              <a:latin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22266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קבוצה 7">
            <a:extLst>
              <a:ext uri="{FF2B5EF4-FFF2-40B4-BE49-F238E27FC236}">
                <a16:creationId xmlns:a16="http://schemas.microsoft.com/office/drawing/2014/main" id="{5B39119C-8159-C5C5-BE3D-5713D2361AD5}"/>
              </a:ext>
            </a:extLst>
          </p:cNvPr>
          <p:cNvGrpSpPr/>
          <p:nvPr/>
        </p:nvGrpSpPr>
        <p:grpSpPr>
          <a:xfrm>
            <a:off x="20320" y="0"/>
            <a:ext cx="12171680" cy="7820244"/>
            <a:chOff x="20320" y="0"/>
            <a:chExt cx="12171680" cy="7820244"/>
          </a:xfrm>
        </p:grpSpPr>
        <p:pic>
          <p:nvPicPr>
            <p:cNvPr id="5" name="תמונה 4">
              <a:extLst>
                <a:ext uri="{FF2B5EF4-FFF2-40B4-BE49-F238E27FC236}">
                  <a16:creationId xmlns:a16="http://schemas.microsoft.com/office/drawing/2014/main" id="{8147E324-DCA9-99FC-87B5-4E5E41E7C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20" y="0"/>
              <a:ext cx="11724640" cy="7820244"/>
            </a:xfrm>
            <a:prstGeom prst="rect">
              <a:avLst/>
            </a:prstGeom>
          </p:spPr>
        </p:pic>
        <p:pic>
          <p:nvPicPr>
            <p:cNvPr id="6" name="תמונה 5">
              <a:extLst>
                <a:ext uri="{FF2B5EF4-FFF2-40B4-BE49-F238E27FC236}">
                  <a16:creationId xmlns:a16="http://schemas.microsoft.com/office/drawing/2014/main" id="{0F2DFA26-ECF6-A3DD-2812-8EAC45F50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133"/>
            <a:stretch>
              <a:fillRect/>
            </a:stretch>
          </p:blipFill>
          <p:spPr>
            <a:xfrm>
              <a:off x="11653520" y="0"/>
              <a:ext cx="538480" cy="7379762"/>
            </a:xfrm>
            <a:prstGeom prst="rect">
              <a:avLst/>
            </a:prstGeom>
          </p:spPr>
        </p:pic>
        <p:pic>
          <p:nvPicPr>
            <p:cNvPr id="7" name="תמונה 6">
              <a:extLst>
                <a:ext uri="{FF2B5EF4-FFF2-40B4-BE49-F238E27FC236}">
                  <a16:creationId xmlns:a16="http://schemas.microsoft.com/office/drawing/2014/main" id="{1F014943-147D-D80F-3A92-FDCB7B9770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5133"/>
            <a:stretch>
              <a:fillRect/>
            </a:stretch>
          </p:blipFill>
          <p:spPr>
            <a:xfrm>
              <a:off x="11084560" y="0"/>
              <a:ext cx="568960" cy="7379762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דיו 9">
                <a:extLst>
                  <a:ext uri="{FF2B5EF4-FFF2-40B4-BE49-F238E27FC236}">
                    <a16:creationId xmlns:a16="http://schemas.microsoft.com/office/drawing/2014/main" id="{93C9C16A-0BD0-FD74-3BF6-E22339B1ED57}"/>
                  </a:ext>
                </a:extLst>
              </p14:cNvPr>
              <p14:cNvContentPartPr/>
              <p14:nvPr/>
            </p14:nvContentPartPr>
            <p14:xfrm>
              <a:off x="11185840" y="-436800"/>
              <a:ext cx="360" cy="360"/>
            </p14:xfrm>
          </p:contentPart>
        </mc:Choice>
        <mc:Fallback xmlns="">
          <p:pic>
            <p:nvPicPr>
              <p:cNvPr id="10" name="דיו 9">
                <a:extLst>
                  <a:ext uri="{FF2B5EF4-FFF2-40B4-BE49-F238E27FC236}">
                    <a16:creationId xmlns:a16="http://schemas.microsoft.com/office/drawing/2014/main" id="{93C9C16A-0BD0-FD74-3BF6-E22339B1ED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79720" y="-4429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26C0E6E0-BC46-8514-9DA4-C3E08A3998BE}"/>
              </a:ext>
            </a:extLst>
          </p:cNvPr>
          <p:cNvSpPr txBox="1"/>
          <p:nvPr/>
        </p:nvSpPr>
        <p:spPr>
          <a:xfrm>
            <a:off x="890204" y="328235"/>
            <a:ext cx="62316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6000" b="0" i="0" u="none" strike="noStrike" kern="1200" cap="none" spc="0" normalizeH="0" baseline="0" noProof="0" dirty="0">
                <a:ln>
                  <a:noFill/>
                </a:ln>
                <a:solidFill>
                  <a:srgbClr val="6E6C4F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</a:rPr>
              <a:t>הפתרון</a:t>
            </a:r>
            <a:endParaRPr kumimoji="0" lang="LID4096" sz="6000" b="0" i="0" u="none" strike="noStrike" kern="1200" cap="none" spc="0" normalizeH="0" baseline="0" noProof="0" dirty="0">
              <a:ln>
                <a:noFill/>
              </a:ln>
              <a:solidFill>
                <a:srgbClr val="6E6C4F"/>
              </a:solidFill>
              <a:effectLst/>
              <a:uLnTx/>
              <a:uFillTx/>
              <a:latin typeface="Aharoni" panose="02010803020104030203" pitchFamily="2" charset="-79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43438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273-B81C-A42D-AB49-A2B78FF59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323C306A-FE5B-54F3-B2E1-7A38508F7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32"/>
            <a:ext cx="12284364" cy="6861375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0BD3B851-3507-813F-1370-1E5332D495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80" y="2761358"/>
            <a:ext cx="4170709" cy="2780145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11100A7F-91B8-6322-BFAA-D83E780EDB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609" y="2701770"/>
            <a:ext cx="1463040" cy="1749795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20E4F38A-3226-43A4-54C5-F6A57FC93E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backgroundMark x1="65778" y1="7778" x2="88556" y2="41444"/>
                        <a14:backgroundMark x1="38667" y1="41222" x2="41000" y2="53556"/>
                        <a14:backgroundMark x1="41000" y1="53556" x2="41333" y2="53889"/>
                        <a14:backgroundMark x1="9111" y1="24556" x2="7000" y2="60889"/>
                        <a14:backgroundMark x1="18778" y1="89667" x2="76889" y2="90778"/>
                        <a14:backgroundMark x1="80444" y1="16889" x2="91778" y2="47444"/>
                        <a14:backgroundMark x1="19111" y1="15889" x2="889" y2="51333"/>
                        <a14:backgroundMark x1="889" y1="51333" x2="889" y2="51333"/>
                        <a14:backgroundMark x1="14222" y1="84222" x2="35778" y2="98333"/>
                        <a14:backgroundMark x1="37222" y1="72000" x2="34111" y2="67889"/>
                        <a14:backgroundMark x1="41222" y1="48333" x2="38667" y2="40667"/>
                        <a14:backgroundMark x1="38667" y1="40667" x2="38667" y2="40556"/>
                        <a14:backgroundMark x1="63778" y1="42111" x2="61333" y2="36111"/>
                        <a14:backgroundMark x1="60000" y1="72333" x2="64667" y2="70889"/>
                      </a14:backgroundRemoval>
                    </a14:imgEffect>
                    <a14:imgEffect>
                      <a14:sharpenSoften amount="25000"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472" y="2325699"/>
            <a:ext cx="2440528" cy="2440528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CA165383-86C4-CAD4-1CE8-3DFF03AEB9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/>
        </p:blipFill>
        <p:spPr>
          <a:xfrm>
            <a:off x="8351506" y="4847333"/>
            <a:ext cx="1740827" cy="1592672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E4E1D927-1732-501A-9FB2-BC4039218F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7557" y="475217"/>
            <a:ext cx="3572374" cy="1152686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35DEEB7E-87F2-19EC-B400-3D73D75A1FE4}"/>
              </a:ext>
            </a:extLst>
          </p:cNvPr>
          <p:cNvSpPr txBox="1"/>
          <p:nvPr/>
        </p:nvSpPr>
        <p:spPr>
          <a:xfrm>
            <a:off x="5400332" y="421842"/>
            <a:ext cx="62316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6000" dirty="0">
                <a:solidFill>
                  <a:srgbClr val="6E6C4F"/>
                </a:solidFill>
                <a:latin typeface="Aharoni" panose="02010803020104030203" pitchFamily="2" charset="-79"/>
              </a:rPr>
              <a:t>קהל יעד</a:t>
            </a:r>
            <a:endParaRPr kumimoji="0" lang="LID4096" sz="6000" b="0" i="0" u="none" strike="noStrike" kern="1200" cap="none" spc="0" normalizeH="0" baseline="0" noProof="0" dirty="0">
              <a:ln>
                <a:noFill/>
              </a:ln>
              <a:solidFill>
                <a:srgbClr val="6E6C4F"/>
              </a:solidFill>
              <a:effectLst/>
              <a:uLnTx/>
              <a:uFillTx/>
              <a:latin typeface="Aharoni" panose="02010803020104030203" pitchFamily="2" charset="-79"/>
              <a:ea typeface="+mn-ea"/>
            </a:endParaRP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8B28E529-AA40-B344-5EC2-C611C28EE439}"/>
              </a:ext>
            </a:extLst>
          </p:cNvPr>
          <p:cNvSpPr txBox="1"/>
          <p:nvPr/>
        </p:nvSpPr>
        <p:spPr>
          <a:xfrm>
            <a:off x="6967729" y="1833273"/>
            <a:ext cx="182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79754F"/>
                </a:solidFill>
              </a:rPr>
              <a:t>(B2G)</a:t>
            </a:r>
            <a:endParaRPr lang="he-IL" sz="3200" kern="1200" dirty="0">
              <a:solidFill>
                <a:srgbClr val="79754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801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13B6A051-AA3F-009E-C4E4-9B58DBB54E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28427" cy="6939280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55CAD26E-DA05-2A6D-1EF2-C74C6DCDFB2C}"/>
              </a:ext>
            </a:extLst>
          </p:cNvPr>
          <p:cNvSpPr txBox="1"/>
          <p:nvPr/>
        </p:nvSpPr>
        <p:spPr>
          <a:xfrm>
            <a:off x="5882640" y="592574"/>
            <a:ext cx="62179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6000" dirty="0">
                <a:solidFill>
                  <a:srgbClr val="6E6C4F"/>
                </a:solidFill>
                <a:latin typeface="Aharoni" panose="02010803020104030203" pitchFamily="2" charset="-79"/>
              </a:rPr>
              <a:t>סרטון הדמיה</a:t>
            </a:r>
            <a:endParaRPr lang="LID4096" sz="6000" dirty="0">
              <a:solidFill>
                <a:srgbClr val="6E6C4F"/>
              </a:solidFill>
              <a:latin typeface="Aharoni" panose="02010803020104030203" pitchFamily="2" charset="-79"/>
            </a:endParaRPr>
          </a:p>
        </p:txBody>
      </p:sp>
      <p:pic>
        <p:nvPicPr>
          <p:cNvPr id="6" name="WhatsApp Video 2026-05-29 at 03.35.48 (1)">
            <a:hlinkClick r:id="" action="ppaction://media"/>
            <a:extLst>
              <a:ext uri="{FF2B5EF4-FFF2-40B4-BE49-F238E27FC236}">
                <a16:creationId xmlns:a16="http://schemas.microsoft.com/office/drawing/2014/main" id="{330AABF0-8051-20BB-397B-DD7D5505C4E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36800" y="2173624"/>
            <a:ext cx="7758328" cy="441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81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4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0EA078BF-BAFF-AEFE-475A-86714E01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957"/>
            <a:ext cx="12192000" cy="703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187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>
            <a:extLst>
              <a:ext uri="{FF2B5EF4-FFF2-40B4-BE49-F238E27FC236}">
                <a16:creationId xmlns:a16="http://schemas.microsoft.com/office/drawing/2014/main" id="{3E9B7F60-7440-1E59-2C32-5C0DC77F2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052"/>
            <a:ext cx="12192000" cy="6799895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1E7B23B-F261-575A-0EFC-4B727A704EFA}"/>
              </a:ext>
            </a:extLst>
          </p:cNvPr>
          <p:cNvSpPr txBox="1"/>
          <p:nvPr/>
        </p:nvSpPr>
        <p:spPr>
          <a:xfrm>
            <a:off x="5547360" y="450334"/>
            <a:ext cx="6197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rtl="1" eaLnBrk="1" latinLnBrk="0" hangingPunct="1">
              <a:buNone/>
            </a:pPr>
            <a:r>
              <a:rPr lang="he-IL" sz="6000" dirty="0">
                <a:solidFill>
                  <a:srgbClr val="6E6C4F"/>
                </a:solidFill>
                <a:latin typeface="Aharoni" panose="02010803020104030203" pitchFamily="2" charset="-79"/>
              </a:rPr>
              <a:t>שוק</a:t>
            </a:r>
            <a:endParaRPr lang="en-IL" sz="6000" dirty="0">
              <a:solidFill>
                <a:srgbClr val="6E6C4F"/>
              </a:solidFill>
              <a:latin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76765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EEC63-93AA-ADC6-9AEB-67F77FE7D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תמונה 20">
            <a:extLst>
              <a:ext uri="{FF2B5EF4-FFF2-40B4-BE49-F238E27FC236}">
                <a16:creationId xmlns:a16="http://schemas.microsoft.com/office/drawing/2014/main" id="{02D9CFA7-8F7A-F525-116D-4B38782E4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43F03A6F-9C15-1EFB-FA7A-63A6C97C03C2}"/>
              </a:ext>
            </a:extLst>
          </p:cNvPr>
          <p:cNvSpPr txBox="1"/>
          <p:nvPr/>
        </p:nvSpPr>
        <p:spPr>
          <a:xfrm>
            <a:off x="5547360" y="450334"/>
            <a:ext cx="6197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rtl="1" eaLnBrk="1" latinLnBrk="0" hangingPunct="1">
              <a:buNone/>
            </a:pPr>
            <a:r>
              <a:rPr lang="he-IL" sz="6000" dirty="0">
                <a:solidFill>
                  <a:srgbClr val="6E6C4F"/>
                </a:solidFill>
                <a:latin typeface="Aharoni" panose="02010803020104030203" pitchFamily="2" charset="-79"/>
              </a:rPr>
              <a:t>המתחרים</a:t>
            </a:r>
            <a:endParaRPr lang="en-IL" sz="6000" dirty="0">
              <a:solidFill>
                <a:srgbClr val="6E6C4F"/>
              </a:solidFill>
              <a:latin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85336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A4FA6EE1-433C-847E-E00D-840DB369C437}"/>
              </a:ext>
            </a:extLst>
          </p:cNvPr>
          <p:cNvSpPr txBox="1"/>
          <p:nvPr/>
        </p:nvSpPr>
        <p:spPr>
          <a:xfrm>
            <a:off x="5802330" y="493543"/>
            <a:ext cx="62004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6000" b="0" i="0" u="none" strike="noStrike" kern="1200" cap="none" spc="0" normalizeH="0" baseline="0" noProof="0" dirty="0">
                <a:ln>
                  <a:noFill/>
                </a:ln>
                <a:solidFill>
                  <a:srgbClr val="6E6C4F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</a:rPr>
              <a:t>מודל עסקי </a:t>
            </a:r>
            <a:endParaRPr kumimoji="0" lang="LID4096" sz="6000" b="0" i="0" u="none" strike="noStrike" kern="1200" cap="none" spc="0" normalizeH="0" baseline="0" noProof="0" dirty="0">
              <a:ln>
                <a:noFill/>
              </a:ln>
              <a:solidFill>
                <a:srgbClr val="6E6C4F"/>
              </a:solidFill>
              <a:effectLst/>
              <a:uLnTx/>
              <a:uFillTx/>
              <a:latin typeface="Aharoni" panose="02010803020104030203" pitchFamily="2" charset="-79"/>
              <a:ea typeface="+mn-ea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876BDABE-86B9-682A-965C-4C16316AA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579"/>
            <a:ext cx="12192000" cy="696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690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3DA52-2D40-885C-C488-033954AEC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79400CF8-5C77-3220-8599-246C98B5F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554" y="-20320"/>
            <a:ext cx="12305108" cy="6857999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B413EE53-08AA-78C6-C34F-D5720AE4F9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43" t="41319" r="20204" b="19218"/>
          <a:stretch>
            <a:fillRect/>
          </a:stretch>
        </p:blipFill>
        <p:spPr>
          <a:xfrm>
            <a:off x="6897112" y="2887474"/>
            <a:ext cx="1603043" cy="1613800"/>
          </a:xfrm>
          <a:prstGeom prst="ellipse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3BFCA071-148A-0590-416B-275B2FAD29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34" r="28088" b="21467"/>
          <a:stretch>
            <a:fillRect/>
          </a:stretch>
        </p:blipFill>
        <p:spPr>
          <a:xfrm rot="632235">
            <a:off x="10152041" y="2593651"/>
            <a:ext cx="1533335" cy="1613800"/>
          </a:xfrm>
          <a:prstGeom prst="ellipse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CA64327C-2B22-962F-9BEB-0223AB8295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69" t="900" r="1324" b="40820"/>
          <a:stretch>
            <a:fillRect/>
          </a:stretch>
        </p:blipFill>
        <p:spPr>
          <a:xfrm>
            <a:off x="8545875" y="4022344"/>
            <a:ext cx="1603043" cy="1688365"/>
          </a:xfrm>
          <a:prstGeom prst="ellipse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29467EF6-E320-C736-4A48-8CFBFD7212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3" b="44267"/>
          <a:stretch>
            <a:fillRect/>
          </a:stretch>
        </p:blipFill>
        <p:spPr>
          <a:xfrm>
            <a:off x="5280501" y="4048944"/>
            <a:ext cx="1667573" cy="1647964"/>
          </a:xfrm>
          <a:prstGeom prst="ellipse">
            <a:avLst/>
          </a:prstGeom>
        </p:spPr>
      </p:pic>
      <p:pic>
        <p:nvPicPr>
          <p:cNvPr id="17" name="תמונה 16">
            <a:extLst>
              <a:ext uri="{FF2B5EF4-FFF2-40B4-BE49-F238E27FC236}">
                <a16:creationId xmlns:a16="http://schemas.microsoft.com/office/drawing/2014/main" id="{6F4CD92D-216F-6816-1CE3-448642EEEA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75" t="13077" r="18836" b="18379"/>
          <a:stretch>
            <a:fillRect/>
          </a:stretch>
        </p:blipFill>
        <p:spPr>
          <a:xfrm>
            <a:off x="2020445" y="4077392"/>
            <a:ext cx="1685577" cy="1597326"/>
          </a:xfrm>
          <a:prstGeom prst="ellipse">
            <a:avLst/>
          </a:prstGeom>
        </p:spPr>
      </p:pic>
      <p:pic>
        <p:nvPicPr>
          <p:cNvPr id="19" name="תמונה 18">
            <a:extLst>
              <a:ext uri="{FF2B5EF4-FFF2-40B4-BE49-F238E27FC236}">
                <a16:creationId xmlns:a16="http://schemas.microsoft.com/office/drawing/2014/main" id="{067F873B-8561-FFE0-46B7-7C51D65D66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06" t="36124" r="39973" b="49125"/>
          <a:stretch>
            <a:fillRect/>
          </a:stretch>
        </p:blipFill>
        <p:spPr>
          <a:xfrm>
            <a:off x="460782" y="2577406"/>
            <a:ext cx="1612780" cy="1637896"/>
          </a:xfrm>
          <a:prstGeom prst="ellipse">
            <a:avLst/>
          </a:prstGeom>
        </p:spPr>
      </p:pic>
      <p:pic>
        <p:nvPicPr>
          <p:cNvPr id="21" name="תמונה 20">
            <a:extLst>
              <a:ext uri="{FF2B5EF4-FFF2-40B4-BE49-F238E27FC236}">
                <a16:creationId xmlns:a16="http://schemas.microsoft.com/office/drawing/2014/main" id="{62A8143C-E12B-F3D3-C158-F65BF5FA175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2" t="16635" r="10702" b="20166"/>
          <a:stretch>
            <a:fillRect/>
          </a:stretch>
        </p:blipFill>
        <p:spPr>
          <a:xfrm>
            <a:off x="3699689" y="2847439"/>
            <a:ext cx="1603044" cy="1700929"/>
          </a:xfrm>
          <a:prstGeom prst="ellipse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83645CE3-6AE9-54EE-C6AC-25A81C5190B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0155" y="537474"/>
            <a:ext cx="3543795" cy="971686"/>
          </a:xfrm>
          <a:prstGeom prst="rect">
            <a:avLst/>
          </a:prstGeom>
        </p:spPr>
      </p:pic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BC681E9E-7337-13A2-B5A0-660E7356D373}"/>
              </a:ext>
            </a:extLst>
          </p:cNvPr>
          <p:cNvSpPr txBox="1"/>
          <p:nvPr/>
        </p:nvSpPr>
        <p:spPr>
          <a:xfrm>
            <a:off x="8500154" y="547107"/>
            <a:ext cx="3543795" cy="1015663"/>
          </a:xfrm>
          <a:prstGeom prst="rect">
            <a:avLst/>
          </a:prstGeom>
          <a:solidFill>
            <a:srgbClr val="F9F1E6"/>
          </a:solidFill>
        </p:spPr>
        <p:txBody>
          <a:bodyPr wrap="square">
            <a:spAutoFit/>
          </a:bodyPr>
          <a:lstStyle/>
          <a:p>
            <a:endParaRPr lang="LID4096" sz="6000" dirty="0">
              <a:solidFill>
                <a:schemeClr val="accent6">
                  <a:lumMod val="5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7DB4B9D0-A8B3-5942-471D-423185953540}"/>
              </a:ext>
            </a:extLst>
          </p:cNvPr>
          <p:cNvSpPr txBox="1"/>
          <p:nvPr/>
        </p:nvSpPr>
        <p:spPr>
          <a:xfrm>
            <a:off x="428877" y="6189224"/>
            <a:ext cx="102815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6E6C4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FIND IT. BEFORE IT FINDS YOU</a:t>
            </a:r>
            <a:br>
              <a:rPr lang="en-US" sz="4800" dirty="0">
                <a:solidFill>
                  <a:srgbClr val="6E6C4F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LID4096" sz="4800" dirty="0">
              <a:solidFill>
                <a:srgbClr val="6E6C4F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4A3DFBB1-1674-2BF4-58C9-C63F3BC73F96}"/>
              </a:ext>
            </a:extLst>
          </p:cNvPr>
          <p:cNvSpPr txBox="1"/>
          <p:nvPr/>
        </p:nvSpPr>
        <p:spPr>
          <a:xfrm>
            <a:off x="5821679" y="573040"/>
            <a:ext cx="57099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sz="6000" dirty="0">
                <a:solidFill>
                  <a:srgbClr val="6E6C4F"/>
                </a:solidFill>
                <a:latin typeface="Aharoni" panose="02010803020104030203" pitchFamily="2" charset="-79"/>
              </a:rPr>
              <a:t>הצוות</a:t>
            </a:r>
            <a:r>
              <a:rPr kumimoji="0" lang="he-IL" sz="8000" b="0" i="0" u="none" strike="noStrike" kern="1200" cap="none" spc="0" normalizeH="0" baseline="0" noProof="0" dirty="0">
                <a:ln>
                  <a:noFill/>
                </a:ln>
                <a:solidFill>
                  <a:srgbClr val="6E6C4F"/>
                </a:solidFill>
                <a:effectLst/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 </a:t>
            </a:r>
            <a:r>
              <a:rPr lang="he-IL" sz="6000" dirty="0">
                <a:solidFill>
                  <a:srgbClr val="6E6C4F"/>
                </a:solidFill>
                <a:latin typeface="Aharoni" panose="02010803020104030203" pitchFamily="2" charset="-79"/>
              </a:rPr>
              <a:t>שלנו</a:t>
            </a:r>
            <a:endParaRPr lang="LID4096" sz="6000" dirty="0">
              <a:solidFill>
                <a:srgbClr val="6E6C4F"/>
              </a:solidFill>
              <a:latin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0432523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38</Words>
  <Application>Microsoft Office PowerPoint</Application>
  <PresentationFormat>מסך רחב</PresentationFormat>
  <Paragraphs>13</Paragraphs>
  <Slides>10</Slides>
  <Notes>1</Notes>
  <HiddenSlides>0</HiddenSlides>
  <MMClips>1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5" baseType="lpstr">
      <vt:lpstr>Aharoni</vt:lpstr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לינוי טרבלסי</dc:creator>
  <cp:lastModifiedBy>לינוי טרבלסי</cp:lastModifiedBy>
  <cp:revision>27</cp:revision>
  <dcterms:created xsi:type="dcterms:W3CDTF">2026-05-28T14:04:07Z</dcterms:created>
  <dcterms:modified xsi:type="dcterms:W3CDTF">2026-05-29T06:14:23Z</dcterms:modified>
</cp:coreProperties>
</file>